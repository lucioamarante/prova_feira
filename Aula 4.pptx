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FC0A5-3AD0-4B4E-932E-1039FCF6D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02F5A9-C510-4719-81CE-874A477FE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F132D3-018D-4EFD-ACA8-1E1CD3E3D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DB79-8A2A-4BAC-B931-ACEEDDD76AE3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12AD03-D574-4C6A-8E33-E6ACC150D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0D2B1C-AE7E-4B39-A1D2-2E3ECF91B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C172-CB7A-4A16-B470-23423FAC38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8785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87232B-EDCA-4270-A9A9-763781EC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AA2378-1D09-4E47-AB35-6133E2C52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CB9C76-7C87-413A-93DC-676B3E4D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DB79-8A2A-4BAC-B931-ACEEDDD76AE3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DBB27C-C69B-4B43-8B64-1D491FC00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BCAEEF-CA65-4C6C-B77E-FBE76C606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C172-CB7A-4A16-B470-23423FAC38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0047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797FC-DCBD-4786-9C5C-1C9F73ABE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B2F485-DECF-4DBA-9933-43504A98A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824F9F-4BC6-4081-B768-0CA7ECD1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DB79-8A2A-4BAC-B931-ACEEDDD76AE3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84453C-0F62-4173-A6A9-4A124EA04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A8EB24-8C1E-4129-8A79-28A37B26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C172-CB7A-4A16-B470-23423FAC38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9503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1A719-3556-418C-A144-1A0D8D9D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ABCD72-8E01-45C7-A147-621A4316C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E7338B-DC4B-4046-B60A-57E108991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AE412B-4443-4078-8251-4093D4F29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DB79-8A2A-4BAC-B931-ACEEDDD76AE3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8F6DF9-0987-4DDA-9D12-381A68C7A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AF9E5A-D796-43E2-9577-D59605F47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C172-CB7A-4A16-B470-23423FAC38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517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6A818-D2AD-4ADE-9710-3F1D720C7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F21EEA-587B-4126-8390-106A34FB7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A490C03-ADA1-4212-BA15-29C1E2BB3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CA688E-7364-4851-9CB9-1D206CE02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142972-4768-4376-9194-71CD8E9AE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DAA9237-6979-4C23-B9EC-F151938C1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DB79-8A2A-4BAC-B931-ACEEDDD76AE3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BDD29F5-2088-4047-B23C-4F5BBA54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282F0DE-73D0-48D8-BCEF-E16106F9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C172-CB7A-4A16-B470-23423FAC38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0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71218E-9F44-4E0E-A65F-324AE3804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1CA1ABE-6081-4780-BD7A-CCF17E01F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DB79-8A2A-4BAC-B931-ACEEDDD76AE3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D9DA733-561E-4D08-A1C9-4E3FB7842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FC82B78-B44D-4AA2-B038-4851A29E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C172-CB7A-4A16-B470-23423FAC38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91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B04D121-E3AB-428F-ACB5-3E5FE4EC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DB79-8A2A-4BAC-B931-ACEEDDD76AE3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E0DBD2-3495-4E1F-9A5A-DDE90ADC9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A9A0EB-E16D-4FE2-AF64-0148C736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C172-CB7A-4A16-B470-23423FAC38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405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693F1-1896-4CA4-A589-33E0B3641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C385DE-65FB-44DD-BF4B-0B0E69058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48029F1-9EE1-4DC3-AE16-49D19B01A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45FF4C-1897-4FA0-8864-9C0B2B36E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DB79-8A2A-4BAC-B931-ACEEDDD76AE3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D8073B-C419-4AC8-993D-2C577D6F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E5A610-96B4-4AE1-B5D9-456DDA206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C172-CB7A-4A16-B470-23423FAC38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22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CFB82-9BC9-4309-BC9F-2E054FE0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164449-602E-4895-8002-3D391818C2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9E52D6-8E07-44CF-962D-C65EADDB7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FA03C8-5FC9-4F01-A0EB-7F24AD13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DB79-8A2A-4BAC-B931-ACEEDDD76AE3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BAA856-A7C2-4CBF-9704-AA84E10F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F8A282-62FF-45C3-A452-1E3238DC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C172-CB7A-4A16-B470-23423FAC38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42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B4BE5-2EA0-405F-8ED3-1EB97E9B7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B562DF-B495-4DC4-84CC-3ECBA0FD0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2B762F-8F44-4764-A44E-2A7EFB05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DB79-8A2A-4BAC-B931-ACEEDDD76AE3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ACA9C4-6368-47DB-866B-F4DFD260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AAD1A4-C500-4D00-801C-4DCB24131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C172-CB7A-4A16-B470-23423FAC38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852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BA98FE-4F7B-4730-82C5-4BC6F4835C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25D2A7-D773-4886-AE24-331CC4E34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1C7586-7D7F-4132-90D5-B15CA88A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DB79-8A2A-4BAC-B931-ACEEDDD76AE3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706A5F-1C14-4CB4-9D07-3F62CF77F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FB952-A2A0-4220-A2D9-181740D7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2C172-CB7A-4A16-B470-23423FAC38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396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0498FA1-7A8F-44CE-8DCA-792E35ACF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05C7AE-2DDB-4BD2-BEE7-F8556F3AE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807DFA-ECFA-4F5E-A877-BC0B98F31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1DB79-8A2A-4BAC-B931-ACEEDDD76AE3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BB2F76-38CC-423E-A72C-D2C82CD792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E0B5FD-B05F-4CA3-B70C-9CDA3241E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2C172-CB7A-4A16-B470-23423FAC38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525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8EAFA-9608-41D5-9716-418F0BBF9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Aula 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D0D759-0F4F-42EC-833C-D1406E788E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 err="1"/>
              <a:t>Django</a:t>
            </a:r>
            <a:r>
              <a:rPr lang="pt-BR" b="1" dirty="0"/>
              <a:t> </a:t>
            </a:r>
            <a:r>
              <a:rPr lang="pt-BR" b="1" dirty="0" err="1"/>
              <a:t>Templates</a:t>
            </a:r>
            <a:r>
              <a:rPr lang="pt-BR" b="1" dirty="0"/>
              <a:t> </a:t>
            </a:r>
            <a:r>
              <a:rPr lang="pt-BR" dirty="0"/>
              <a:t>(HTML,CSS,DTL,JAVA SCRIPT,RENDERIZAR,ROTAS-</a:t>
            </a:r>
            <a:r>
              <a:rPr lang="pt-BR" dirty="0" err="1"/>
              <a:t>URLs,STATIC</a:t>
            </a:r>
            <a:r>
              <a:rPr lang="pt-BR" dirty="0"/>
              <a:t> (</a:t>
            </a:r>
            <a:r>
              <a:rPr lang="pt-BR" dirty="0" err="1"/>
              <a:t>imagens,CSS</a:t>
            </a:r>
            <a:r>
              <a:rPr lang="pt-BR" dirty="0"/>
              <a:t> </a:t>
            </a:r>
            <a:r>
              <a:rPr lang="pt-BR" dirty="0" err="1"/>
              <a:t>etcc</a:t>
            </a:r>
            <a:r>
              <a:rPr lang="pt-BR" dirty="0"/>
              <a:t>..)</a:t>
            </a:r>
          </a:p>
        </p:txBody>
      </p:sp>
    </p:spTree>
    <p:extLst>
      <p:ext uri="{BB962C8B-B14F-4D97-AF65-F5344CB8AC3E}">
        <p14:creationId xmlns:p14="http://schemas.microsoft.com/office/powerpoint/2010/main" val="3276408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2631A-37F4-474B-B2C8-6AB2DFBC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MTV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C74201-1839-45CC-8AF5-700BE729B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/>
              <a:t>Model</a:t>
            </a:r>
            <a:r>
              <a:rPr lang="pt-BR" b="1" dirty="0"/>
              <a:t>  </a:t>
            </a:r>
            <a:r>
              <a:rPr lang="pt-BR" dirty="0"/>
              <a:t>(Classes de Entidades)</a:t>
            </a:r>
          </a:p>
          <a:p>
            <a:r>
              <a:rPr lang="pt-BR" b="1" dirty="0" err="1"/>
              <a:t>Templates</a:t>
            </a:r>
            <a:r>
              <a:rPr lang="pt-BR" b="1" dirty="0"/>
              <a:t> </a:t>
            </a:r>
            <a:r>
              <a:rPr lang="pt-BR" dirty="0"/>
              <a:t>(FRONT-END)</a:t>
            </a:r>
          </a:p>
          <a:p>
            <a:r>
              <a:rPr lang="pt-BR" b="1" dirty="0" err="1"/>
              <a:t>Views</a:t>
            </a:r>
            <a:r>
              <a:rPr lang="pt-BR" dirty="0"/>
              <a:t> (RENDERIZAR esse FRONTEND – página </a:t>
            </a:r>
            <a:r>
              <a:rPr lang="pt-BR" dirty="0" err="1"/>
              <a:t>html</a:t>
            </a:r>
            <a:r>
              <a:rPr lang="pt-BR" dirty="0"/>
              <a:t> – </a:t>
            </a:r>
            <a:r>
              <a:rPr lang="pt-BR" dirty="0" err="1"/>
              <a:t>model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750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4D46712-D283-46EA-9CCD-832260453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481" y="0"/>
            <a:ext cx="5469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28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24D3805-8B5E-4C7D-9A2B-D0FB0A15A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" y="1724025"/>
            <a:ext cx="1208722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95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DED3C09-9C13-42E9-BE23-D2BF3E46B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53" y="653597"/>
            <a:ext cx="3431491" cy="496226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579ECCD-C39E-48E9-852E-8BEB854C7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939" y="1751817"/>
            <a:ext cx="8354520" cy="292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62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6A2C694-CE2E-46CC-91B6-62F18FFC4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36" y="1553623"/>
            <a:ext cx="3974547" cy="360604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7900DFF-46D4-4248-99E7-C52C050C3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509" y="1553623"/>
            <a:ext cx="8047491" cy="360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57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ED673BE-F490-44C0-83A4-AE193528C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23" y="662822"/>
            <a:ext cx="5605459" cy="526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50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E4B9ECB-B959-40D2-8510-D477F8B07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797"/>
            <a:ext cx="5629013" cy="93005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94B52F9-CA86-4847-AE1F-583C2231E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7847"/>
            <a:ext cx="10228976" cy="302353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1B90A71-FCC1-418D-8243-930934EBF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991384"/>
            <a:ext cx="5100506" cy="119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24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09E67DF-B6BE-4757-83BD-DA65B211F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4250"/>
            <a:ext cx="12192000" cy="4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911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0876CCF-2257-40DB-868C-9B15E6FCE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2" y="106065"/>
            <a:ext cx="11227266" cy="315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614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</Words>
  <Application>Microsoft Office PowerPoint</Application>
  <PresentationFormat>Widescreen</PresentationFormat>
  <Paragraphs>6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Aula 4</vt:lpstr>
      <vt:lpstr>MTV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4</dc:title>
  <dc:creator>PROFESSOR</dc:creator>
  <cp:lastModifiedBy>PROFESSOR</cp:lastModifiedBy>
  <cp:revision>6</cp:revision>
  <dcterms:created xsi:type="dcterms:W3CDTF">2026-06-17T17:34:52Z</dcterms:created>
  <dcterms:modified xsi:type="dcterms:W3CDTF">2026-06-17T18:24:19Z</dcterms:modified>
</cp:coreProperties>
</file>