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29621-46F8-47B1-A0D2-FD8EC8F9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03/07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E851E0-4968-411E-A987-29E83A4A7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Sexta-Feira</a:t>
            </a:r>
          </a:p>
        </p:txBody>
      </p:sp>
    </p:spTree>
    <p:extLst>
      <p:ext uri="{BB962C8B-B14F-4D97-AF65-F5344CB8AC3E}">
        <p14:creationId xmlns:p14="http://schemas.microsoft.com/office/powerpoint/2010/main" val="17709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DEBEA-EED8-4065-A433-F8D7963D1A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Model</a:t>
            </a:r>
            <a:r>
              <a:rPr lang="pt-BR" dirty="0"/>
              <a:t>(modelo) </a:t>
            </a:r>
            <a:r>
              <a:rPr lang="pt-BR" dirty="0" err="1"/>
              <a:t>View</a:t>
            </a:r>
            <a:r>
              <a:rPr lang="pt-BR" dirty="0"/>
              <a:t> (tela)  </a:t>
            </a:r>
            <a:r>
              <a:rPr lang="pt-BR" dirty="0" err="1"/>
              <a:t>Controller</a:t>
            </a:r>
            <a:r>
              <a:rPr lang="pt-BR" dirty="0"/>
              <a:t> (rotas e regra negócio)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400FE7-3C01-4032-835E-60B0B0C4B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M (</a:t>
            </a:r>
            <a:r>
              <a:rPr lang="pt-BR" dirty="0" err="1"/>
              <a:t>model</a:t>
            </a:r>
            <a:r>
              <a:rPr lang="pt-BR" dirty="0"/>
              <a:t>) </a:t>
            </a:r>
            <a:r>
              <a:rPr lang="pt-BR" dirty="0" err="1"/>
              <a:t>Template</a:t>
            </a:r>
            <a:r>
              <a:rPr lang="pt-BR" dirty="0"/>
              <a:t> (telas) </a:t>
            </a:r>
            <a:r>
              <a:rPr lang="pt-BR" dirty="0" err="1"/>
              <a:t>View</a:t>
            </a:r>
            <a:r>
              <a:rPr lang="pt-BR" dirty="0"/>
              <a:t> (rotas e regra de negócio)</a:t>
            </a:r>
          </a:p>
        </p:txBody>
      </p:sp>
    </p:spTree>
    <p:extLst>
      <p:ext uri="{BB962C8B-B14F-4D97-AF65-F5344CB8AC3E}">
        <p14:creationId xmlns:p14="http://schemas.microsoft.com/office/powerpoint/2010/main" val="48186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33</Words>
  <Application>Microsoft Office PowerPoint</Application>
  <PresentationFormat>Personalizar</PresentationFormat>
  <Paragraphs>4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03/07</vt:lpstr>
      <vt:lpstr>Model(modelo) View (tela)  Controller (rotas e regra negócio)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</dc:creator>
  <cp:lastModifiedBy>PROFESSOR</cp:lastModifiedBy>
  <cp:revision>4</cp:revision>
  <dcterms:created xsi:type="dcterms:W3CDTF">2006-08-16T00:00:00Z</dcterms:created>
  <dcterms:modified xsi:type="dcterms:W3CDTF">2026-06-10T20:58:06Z</dcterms:modified>
</cp:coreProperties>
</file>