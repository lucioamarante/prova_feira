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06511-C4AF-4838-9EF1-DE6C318D6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3C0242-2FCB-4CD7-8A55-C14BE81F5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A2A658-8063-4E50-9A5F-F753ADB5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134B4F-DA68-43F7-9152-4E7628C4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6994A-251A-4538-8709-6241F7DF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821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A3A8B-54B6-4A69-8FD3-38BBF434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43700C-75EA-4789-A91B-898EC7A20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07B9C1-EEC8-487A-AE6A-30E2BE67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D0787C-6D90-45AC-BBB9-E014D6F1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A042F4-EDD8-4D0B-AD30-84A79ED8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94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A2BDE-35A8-4429-BB3C-5C37155F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0D768F-E500-4199-95C2-EAB25AC8B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D8D800-017F-43ED-A905-4BE9E6A0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8334B6-4717-4155-8693-678B3835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392266-410C-46DB-8FEE-C8F00B70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26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19BFB-23F3-46AB-8C11-878DBE99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4E787D-4A3F-4BEC-8935-BD8337D75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C7F53C-E02D-4EF2-8130-1FE3ADAA0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E0768B-1ED0-45FD-BA32-B2FB75E5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FFAE3E-D593-4532-90F5-437B7026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618687-6DF1-4BA6-B5B9-04AB108D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10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6209F-CDA1-48F0-9191-4EE8AEF8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CF249D-F611-4D99-BDE0-2B20F71F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87A527-0772-4A56-9C4F-516C586B0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CC6F39-3B34-43F6-82E4-74F57E9AE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5B89F6-2747-47C2-B041-F49222C94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06A7E3-72DA-4C5C-A09A-94086499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2EC7E7-10E6-467A-8D43-CC695604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E9CB02-C0AC-4F4C-8F4C-117DD169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30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FD310-CC25-4657-9A83-33A676B4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E2A96-2F13-4EFC-8CE1-611A129D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918111-1D44-4AE1-8583-A9EFFBCB5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2FBF60-F153-4596-93C3-B87982AF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75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ECDFB9-F4E2-4B07-8F20-F84CF6C1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BCE967-CE96-4D87-91A4-B49B477C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AC3CA0-2E23-4CF0-95AB-58EA9301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37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2A77A-66EF-4897-BDBF-0A2821CF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87152-120E-4750-BBFC-55950BC0A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470B45-A8F8-4C9F-BF1D-38D135F5C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0FAB0B-4689-4FFE-87A1-CA5473CD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70B9D3-C2BC-475A-966E-4991C732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B3A3F0-1E17-41F4-932D-FCFD1FD7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84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46CC9-D9BC-4720-A097-3224320C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62A618-9206-4831-9192-C68FCD2B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9B53B3-E1A6-4223-B9CD-C30B5FE05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6C207B-00B3-48D7-8ECC-E3DBC19F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009927-B007-43A2-AA1D-B9F46C12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82D972-6FFB-4E67-B7A8-4CAB253D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12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15032-61FB-4953-9F24-AC9DDE91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074115-3AA7-4A8F-B293-5DB5E017D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65357D-530E-4DC6-A38A-B41A8D6CF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DAC47D-1BB7-438F-8F3D-A2030491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0AFECB-6DFC-4CAE-AE4B-F511C044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73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5ADE08-2205-4F6E-8EE8-C2DA0792E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52C79-503E-4953-B150-65A489B3A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9DB9EC-445B-488E-8879-8FBAD1A6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C93D8E-AFB0-4CF0-B8BA-B34F022D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8FBCAD-2809-49C0-8413-50378BDE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90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443F89-DCA9-443A-842C-2E14895E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56307C-5ECC-403B-ADD2-7C4D6BDC0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FBD793-A94D-4D4C-9FA3-36B159618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1791A-7A72-4F87-8F84-152EC4091960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C09507-7DC9-4B2B-97A5-8C88BD4A3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091759-96FA-428D-8679-171B66CEE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95EA5-1D89-49A1-8BDD-E2FE61CA3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48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C1D48-61D8-42E6-A0B3-D35E739B2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4 – parte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7A6EF7-9E7D-4456-99EB-44D799D75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STATIC</a:t>
            </a:r>
          </a:p>
        </p:txBody>
      </p:sp>
    </p:spTree>
    <p:extLst>
      <p:ext uri="{BB962C8B-B14F-4D97-AF65-F5344CB8AC3E}">
        <p14:creationId xmlns:p14="http://schemas.microsoft.com/office/powerpoint/2010/main" val="126983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53AE6-04EC-4283-876C-1905A555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STATIC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C98D61-DD8D-4AB3-B821-E1AB2893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CSS 3 (Estilizar e Animar)</a:t>
            </a:r>
          </a:p>
          <a:p>
            <a:r>
              <a:rPr lang="pt-BR" dirty="0"/>
              <a:t>FOTOS/IMAGENS -   “.png”</a:t>
            </a:r>
          </a:p>
          <a:p>
            <a:r>
              <a:rPr lang="pt-BR" dirty="0"/>
              <a:t>16:30</a:t>
            </a:r>
          </a:p>
          <a:p>
            <a:r>
              <a:rPr lang="pt-BR" dirty="0"/>
              <a:t>16:50</a:t>
            </a:r>
          </a:p>
          <a:p>
            <a:r>
              <a:rPr lang="pt-BR" dirty="0"/>
              <a:t>STATIC e DTL (</a:t>
            </a:r>
            <a:r>
              <a:rPr lang="pt-BR" dirty="0" err="1"/>
              <a:t>Django</a:t>
            </a:r>
            <a:r>
              <a:rPr lang="pt-BR" dirty="0"/>
              <a:t> 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– 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Engine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427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003E9C9-FA7E-4342-8AB8-1E535A3DF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" y="1445474"/>
            <a:ext cx="6727225" cy="198352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235D3C4-8AB9-4C6B-B903-BF26ADB7D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716242" cy="96621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9CEDBA7-137A-4B66-B27F-1E0D674FC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972" y="1439086"/>
            <a:ext cx="5053092" cy="48946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3657DAA-DCE7-4588-9591-310A3CFB2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1" y="3519855"/>
            <a:ext cx="5385732" cy="121635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2E2C3EB-E01F-4CE3-9ED4-F61D5EF0A2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1" y="4927327"/>
            <a:ext cx="11749449" cy="563494"/>
          </a:xfrm>
          <a:prstGeom prst="rect">
            <a:avLst/>
          </a:prstGeom>
          <a:ln w="12700" cap="sq" cmpd="thickThin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655259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Aula 4 – parte 2</vt:lpstr>
      <vt:lpstr>STATIC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– parte 2</dc:title>
  <dc:creator>PROFESSOR</dc:creator>
  <cp:lastModifiedBy>PROFESSOR</cp:lastModifiedBy>
  <cp:revision>3</cp:revision>
  <dcterms:created xsi:type="dcterms:W3CDTF">2026-06-17T19:56:56Z</dcterms:created>
  <dcterms:modified xsi:type="dcterms:W3CDTF">2026-06-17T20:55:41Z</dcterms:modified>
</cp:coreProperties>
</file>