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4AA8EC-D926-4209-8CBA-327C29E1F2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42DAC7E-0FA5-4EDA-80C8-CE7ABF545D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292A177-6163-413A-AB91-745D3DE98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2465525-5D6B-4357-8187-99725AC29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47FAF51-0051-4E39-92C5-32ECD941C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532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561683-8B04-4B54-AFF4-3B4766962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7A1C94-E925-4C3D-B060-12943681A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6285C58-09E7-4CF3-80D0-EF448ED13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EA88AD-3A0D-4D8A-8845-79AE4F6D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722D1D-1766-479E-A205-C8FBA76E9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1201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0D9160-F0BE-417A-BA58-810EC753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D1759E3-3A49-44E9-9CF4-F2F574F87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6D7FBB-F4C4-40D5-AD0E-41914C1B0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42D6D2B-847B-4DA6-B51C-F54F1BE49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260B106-4020-4824-9BD5-EBE269EC6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0750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91FC28-AC55-4E20-88C9-8CCF45DE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064BEE-2ADF-46FD-872B-A8238E77FD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B334B8-B88A-4603-826F-BEB453707F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8F65EBB-522E-4639-9D69-AD7CB0CA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51BC75B-EF0B-4288-B40B-36A0823E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94FA6AE-0323-4CF0-BB12-0A9C86B7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3965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0E9460-72E5-4201-B3B7-18787E39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58A19A2-9C1A-4D53-998F-1230B50D5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715D3C4-D9D7-4650-9AD5-5600FBAEC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FF076E4-95A6-47CF-9689-C3E3BE2E4C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68C6E8F-BE25-44C4-BF93-DE181A34CD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EE23358-5F2E-40B4-9D44-93499834A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7EEE313-1028-4704-898C-016842669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964347E-94C0-47EA-9AB0-469DD794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3991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A2C0E8-F097-4535-8EF7-C2614F9CA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B53C6A5-91BE-49A6-BC9D-2E252CF3B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1ABF588-26FF-4754-82B0-4BCA47EE0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A27C152-B908-4115-A81C-3605F851C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442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A706980-F978-40E0-AD3B-5CD1BFC81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6F8E067-529C-4BB9-8E25-999750025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C85DC2-FEF2-4485-9826-315602D38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7506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10F20A-93F2-4F59-BB60-FF44982AE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0AD7FC-0B9B-4830-A62A-D80C32D6B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8622DC3-2EEC-40E1-87D4-662B39ACBD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3BD1990-7F65-4A54-8D26-037F3E3D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4D355DA-1472-4944-BBA5-40A606B91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3BE4903-BFA2-48B2-961C-5E2E4BDBE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669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4701F-A4A2-4F3D-9908-809DD2373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218DB10-407D-4150-8303-2C1691B3A6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6B79318-520C-4778-9B52-A0DEEAD69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C8CA9A4-E62D-4054-ACD4-C527B5E27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13C9F41-6192-4972-8BA0-A51D85818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4A4B9E-5F61-476B-AB3C-89B3A1DFD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7912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11646D-921A-4C20-8A71-B4434E3B1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D0D7255-122E-4AB3-B1D9-D4A9A8DAF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53C091E-27B9-4CDE-B5F5-B507A79BC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239E0C-4C16-4379-A333-5187E104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3763AFE-AAED-49DE-BC4C-5B7B73F75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5636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5D54A6B-4F96-463F-AEA3-3FB6F08B2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D3F0151-4F00-4F4D-9BD9-53450F0B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EA7A99-DB2E-46F5-B40A-10C673EA5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BAC40A-5BCB-4502-A9FC-5FE4031D9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3C8E232-A899-49A9-A6DC-31A49DD64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3706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B6E0AC4-1B8F-491A-9A35-D43F032D4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2476A27-8D35-4E87-AC60-9FB8D3AF43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7A85175-9BEA-40E1-B378-EC089C6700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FA09E6-B245-42BA-AC3A-DCB332173046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9D93260-FD3B-43EE-ACA0-5BBE3340B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1542B2-6E29-4133-91EA-6837D29A5E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5C60C7-6196-4504-AA1B-B4A5DFEE22C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8245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F5642DAC-07F1-41E0-8929-00953BD13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33" y="3437392"/>
            <a:ext cx="6998848" cy="295207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5051B7D-CBA0-4E71-BC16-1321A033B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390" y="810935"/>
            <a:ext cx="9353550" cy="19812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25382E3-0120-41DE-A101-F936938D81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186" y="1456192"/>
            <a:ext cx="3704113" cy="278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063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8D2AB08-0AED-4D88-AB41-216415D12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9" y="889720"/>
            <a:ext cx="9871353" cy="336491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643E676-F695-428D-B354-70E0E1EB632D}"/>
              </a:ext>
            </a:extLst>
          </p:cNvPr>
          <p:cNvSpPr txBox="1"/>
          <p:nvPr/>
        </p:nvSpPr>
        <p:spPr>
          <a:xfrm>
            <a:off x="2575420" y="58723"/>
            <a:ext cx="61377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800" b="1" dirty="0"/>
              <a:t>TODOS OS CAMPOS = *</a:t>
            </a:r>
          </a:p>
        </p:txBody>
      </p:sp>
    </p:spTree>
    <p:extLst>
      <p:ext uri="{BB962C8B-B14F-4D97-AF65-F5344CB8AC3E}">
        <p14:creationId xmlns:p14="http://schemas.microsoft.com/office/powerpoint/2010/main" val="4209203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2E748D4-4D14-4489-B5D2-58CE2F727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72" y="278322"/>
            <a:ext cx="6737801" cy="2667288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933798F6-2240-49AB-BE23-6CF333D83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2347912"/>
            <a:ext cx="6248400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7672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5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PROFESSOR</dc:creator>
  <cp:lastModifiedBy>PROFESSOR</cp:lastModifiedBy>
  <cp:revision>6</cp:revision>
  <dcterms:created xsi:type="dcterms:W3CDTF">2026-06-15T11:49:06Z</dcterms:created>
  <dcterms:modified xsi:type="dcterms:W3CDTF">2026-06-22T15:04:00Z</dcterms:modified>
</cp:coreProperties>
</file>