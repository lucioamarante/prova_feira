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AA8EC-D926-4209-8CBA-327C29E1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2DAC7E-0FA5-4EDA-80C8-CE7ABF545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92A177-6163-413A-AB91-745D3DE9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465525-5D6B-4357-8187-99725AC2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7FAF51-0051-4E39-92C5-32ECD941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53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61683-8B04-4B54-AFF4-3B476696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7A1C94-E925-4C3D-B060-12943681A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285C58-09E7-4CF3-80D0-EF448ED1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EA88AD-3A0D-4D8A-8845-79AE4F6D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722D1D-1766-479E-A205-C8FBA76E9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20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D9160-F0BE-417A-BA58-810EC753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1759E3-3A49-44E9-9CF4-F2F574F8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D7FBB-F4C4-40D5-AD0E-41914C1B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2D6D2B-847B-4DA6-B51C-F54F1BE4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0B106-4020-4824-9BD5-EBE269EC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75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1FC28-AC55-4E20-88C9-8CCF45DE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064BEE-2ADF-46FD-872B-A8238E77F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B334B8-B88A-4603-826F-BEB453707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F65EBB-522E-4639-9D69-AD7CB0CA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1BC75B-EF0B-4288-B40B-36A0823E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4FA6AE-0323-4CF0-BB12-0A9C86B7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96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E9460-72E5-4201-B3B7-18787E39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8A19A2-9C1A-4D53-998F-1230B50D5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15D3C4-D9D7-4650-9AD5-5600FBAE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F076E4-95A6-47CF-9689-C3E3BE2E4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8C6E8F-BE25-44C4-BF93-DE181A34C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E23358-5F2E-40B4-9D44-93499834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EEE313-1028-4704-898C-01684266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64347E-94C0-47EA-9AB0-469DD794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99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2C0E8-F097-4535-8EF7-C2614F9C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53C6A5-91BE-49A6-BC9D-2E252CF3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ABF588-26FF-4754-82B0-4BCA47EE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27C152-B908-4115-A81C-3605F851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44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706980-F978-40E0-AD3B-5CD1BFC8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F8E067-529C-4BB9-8E25-99975002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C85DC2-FEF2-4485-9826-315602D3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50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0F20A-93F2-4F59-BB60-FF44982A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0AD7FC-0B9B-4830-A62A-D80C32D6B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622DC3-2EEC-40E1-87D4-662B39ACB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BD1990-7F65-4A54-8D26-037F3E3D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D355DA-1472-4944-BBA5-40A606B9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E4903-BFA2-48B2-961C-5E2E4BDB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66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4701F-A4A2-4F3D-9908-809DD237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18DB10-407D-4150-8303-2C1691B3A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B79318-520C-4778-9B52-A0DEEAD69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8CA9A4-E62D-4054-ACD4-C527B5E2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3C9F41-6192-4972-8BA0-A51D8581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4A4B9E-5F61-476B-AB3C-89B3A1DF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91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1646D-921A-4C20-8A71-B4434E3B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0D7255-122E-4AB3-B1D9-D4A9A8DAF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3C091E-27B9-4CDE-B5F5-B507A79B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239E0C-4C16-4379-A333-5187E104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63AFE-AAED-49DE-BC4C-5B7B73F7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63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D54A6B-4F96-463F-AEA3-3FB6F08B2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3F0151-4F00-4F4D-9BD9-53450F0B8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A7A99-DB2E-46F5-B40A-10C673EA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BAC40A-5BCB-4502-A9FC-5FE4031D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8E232-A899-49A9-A6DC-31A49DD6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70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E0AC4-1B8F-491A-9A35-D43F032D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476A27-8D35-4E87-AC60-9FB8D3AF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A85175-9BEA-40E1-B378-EC089C670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A09E6-B245-42BA-AC3A-DCB332173046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D93260-FD3B-43EE-ACA0-5BBE3340B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1542B2-6E29-4133-91EA-6837D29A5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C60C7-6196-4504-AA1B-B4A5DFEE22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24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5642DAC-07F1-41E0-8929-00953BD1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3" y="3437392"/>
            <a:ext cx="6998848" cy="295207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5051B7D-CBA0-4E71-BC16-1321A03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90" y="810935"/>
            <a:ext cx="9353550" cy="19812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5382E3-0120-41DE-A101-F936938D8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186" y="1456192"/>
            <a:ext cx="3704113" cy="278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6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D2AB08-0AED-4D88-AB41-216415D12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39" y="889720"/>
            <a:ext cx="9871353" cy="33649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43E676-F695-428D-B354-70E0E1EB632D}"/>
              </a:ext>
            </a:extLst>
          </p:cNvPr>
          <p:cNvSpPr txBox="1"/>
          <p:nvPr/>
        </p:nvSpPr>
        <p:spPr>
          <a:xfrm>
            <a:off x="2575420" y="58723"/>
            <a:ext cx="61377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TODOS OS CAMPOS = *</a:t>
            </a:r>
          </a:p>
        </p:txBody>
      </p:sp>
    </p:spTree>
    <p:extLst>
      <p:ext uri="{BB962C8B-B14F-4D97-AF65-F5344CB8AC3E}">
        <p14:creationId xmlns:p14="http://schemas.microsoft.com/office/powerpoint/2010/main" val="420920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2E748D4-4D14-4489-B5D2-58CE2F727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2" y="278322"/>
            <a:ext cx="6737801" cy="266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67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</dc:creator>
  <cp:lastModifiedBy>PROFESSOR</cp:lastModifiedBy>
  <cp:revision>4</cp:revision>
  <dcterms:created xsi:type="dcterms:W3CDTF">2026-06-15T11:49:06Z</dcterms:created>
  <dcterms:modified xsi:type="dcterms:W3CDTF">2026-06-15T15:02:25Z</dcterms:modified>
</cp:coreProperties>
</file>