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5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0" y="-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7C5A6-9669-4785-B6A9-3E9B814AF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E5E797-C788-4314-9CF3-2E16E9EEA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A01EA6-71FF-479E-856A-60A011410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F6A43F-9A60-4979-85C4-A4A9A5ABB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2BFC86-9DA2-4321-821A-90C04A9F3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05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1C48D-5AC0-4C39-B7E4-8AB7DF304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F50B85-E27E-4351-9296-9C1BBA9C2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B4C7F6-F1F6-429E-B4D2-183A198B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24A37A-7F4B-4104-9E2B-16D6814E3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3E5B11-C1D3-4B9D-B2FD-EB778779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37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A0603-B2A6-4E86-90AE-579244FB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54D765-4BEE-481D-83D7-D23F6F5A2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44AF41-EBCA-44AA-B61E-6422B3C6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24DD7D-09E7-4B19-A19E-9FE367667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C359D5-50BE-4369-BF5D-2F5BE6C62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958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CF5A43-389F-4D21-B097-138CC316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B4F90A-8B19-4C53-8365-DB07F41BD5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3F9909-FE5E-45D5-A6CB-D1A4A7CF2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0650BC-A92C-45DC-8B4E-7FB8B935C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E1A9F82-8101-492B-B9FF-F6782F412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FC03A2-34B7-4832-9110-13586051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222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D5C0A-2FC1-4E00-A906-2FA3F52B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BF02DD-EFCC-416E-8B78-1658558AC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4206D3-4022-406F-9DF8-1A7929A28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8C2C1DD-7C68-46DA-863D-E75E106671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807F34-EDC3-4FC5-B2E4-CE60684506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BDFDC9-B58D-4EF3-8E35-F748BCE2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C597A6F-340C-4386-AC47-980A48659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56A9B2-3C27-46B1-800E-7F14D5109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494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80D2ED-C3CB-449C-AE9D-5A4383FB0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56063E9-A3AA-45E3-8C30-17F6C0438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4E6D411-320F-41C9-8F01-11FACA5F5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3E3FE6-73A0-49DA-B449-9334102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966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28F57F4-B3F1-4A50-852A-D8D70BDB7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924B927-8CFB-4CB2-9E7A-B5839AA8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1FDFE4-E290-4939-BF5A-7B2891F0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5094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DCD73-8540-4E1D-B9B5-FEE5F2C63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6BE469-C6FD-4B0B-B9AF-057F8FB47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581EC6-C665-48DE-8672-632D65625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4FB313-5C63-4A57-B442-730395AA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9ECB73E-CC9E-4160-B00D-052ED325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8549CF-5371-49FF-BAF2-F52FC9DA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678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471773-3C3B-4CF8-BC5D-633C8CA1F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D21953D-09B9-4F6E-83C4-00C2E7243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D935B7-C2EA-454A-A980-ECB4DD3AC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B01C38-B071-4C21-AD42-0332F02D0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CEC262-C756-476E-837C-F5056782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FDF1C80-2DD4-438C-9B67-82D7B853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0684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38DAE-FFFB-4DC4-8149-1E661047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89349E-A860-4AA9-BFA8-A55CE9415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10BE3E-A98C-47DA-AF5D-C3E90AAF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2368DE-2DFB-4987-876D-485C27FC0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D23C17-4F24-4C5B-95CB-B5D50674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7153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A113ED-1EE3-42D0-9390-E2FC991223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C16D37-CD3B-408D-89DC-59B60F8BD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116353-E114-49B5-92C9-C7655C0CD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093A82-8968-414B-830A-4D64E139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C2EBD3-5DF0-4081-9E89-01A248D6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692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4CBC614-3FF1-448F-93BB-0CFA84773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6901FF-5BC8-4A7D-9EB8-7CE6C0F22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81909C-45A3-4209-8443-E71D0C9F6E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5FFC5-04F6-44CB-AF34-F84590DE5892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23997B-3357-40F6-A90A-D4847A4B1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D943D3-BA31-4DC8-894D-93D4DC5F2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E25CB-92C1-424F-9483-1877FC63DA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879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EF44F6-AB74-468E-8673-E320DF9BE9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Aula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304FA9-83F6-4D66-895A-86DB499F07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22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0E6DF-776F-4A81-BE93-EDD02CCDA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Exercício 01 (faça como eu fiz)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E55670-5DDE-4E9D-9990-D6238C699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Considerando a aula de ontem e o contexto do nosso projeto crie uma nova classe de entidade chamada tecnologia.</a:t>
            </a:r>
          </a:p>
          <a:p>
            <a:pPr lvl="1"/>
            <a:r>
              <a:rPr lang="pt-BR" dirty="0"/>
              <a:t>Classe </a:t>
            </a:r>
            <a:r>
              <a:rPr lang="pt-BR" dirty="0" err="1"/>
              <a:t>EixoTecnologia</a:t>
            </a:r>
            <a:endParaRPr lang="pt-BR" dirty="0"/>
          </a:p>
          <a:p>
            <a:pPr lvl="2"/>
            <a:r>
              <a:rPr lang="pt-BR" dirty="0"/>
              <a:t>Id (gerado pelo </a:t>
            </a:r>
            <a:r>
              <a:rPr lang="pt-BR" dirty="0" err="1"/>
              <a:t>Django</a:t>
            </a:r>
            <a:r>
              <a:rPr lang="pt-BR" dirty="0"/>
              <a:t>)</a:t>
            </a:r>
          </a:p>
          <a:p>
            <a:pPr lvl="2"/>
            <a:r>
              <a:rPr lang="pt-BR" dirty="0"/>
              <a:t>Nome</a:t>
            </a:r>
          </a:p>
          <a:p>
            <a:pPr lvl="1"/>
            <a:r>
              <a:rPr lang="pt-BR" dirty="0" err="1"/>
              <a:t>MakeMigrations</a:t>
            </a:r>
            <a:r>
              <a:rPr lang="pt-BR" dirty="0"/>
              <a:t> no Aplicativo</a:t>
            </a:r>
          </a:p>
          <a:p>
            <a:pPr lvl="1"/>
            <a:r>
              <a:rPr lang="pt-BR" dirty="0" err="1"/>
              <a:t>Migrate</a:t>
            </a:r>
            <a:r>
              <a:rPr lang="pt-BR" dirty="0"/>
              <a:t> no Aplicativo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D47485-4129-4F65-9F30-B92E0E012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045" y="4635500"/>
            <a:ext cx="772477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26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1404934-0024-43B1-9050-E745CD138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885950"/>
            <a:ext cx="1087755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8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710B4B8-3E1E-4964-9C39-ECFF25A4B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48" y="2714300"/>
            <a:ext cx="11795674" cy="144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91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510646D-8755-4E4D-8729-D51610098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62" y="215930"/>
            <a:ext cx="9968172" cy="268900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79C0F5E-935C-4FF3-BD94-3D1695E90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38" y="3126469"/>
            <a:ext cx="4922110" cy="90828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2D3C43C-0BBF-4B4D-B759-B91C4375D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38" y="4256286"/>
            <a:ext cx="4004170" cy="92074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8226184-8B97-409B-BBDC-73A809BB77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677" y="3227968"/>
            <a:ext cx="6415177" cy="297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5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D76E012-13E2-4349-837F-FC2D80716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496" y="1828800"/>
            <a:ext cx="10657505" cy="364571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9EFF2EE-0E41-4C6F-BC7A-6D8B4BE95FC3}"/>
              </a:ext>
            </a:extLst>
          </p:cNvPr>
          <p:cNvSpPr txBox="1"/>
          <p:nvPr/>
        </p:nvSpPr>
        <p:spPr>
          <a:xfrm>
            <a:off x="2105637" y="788565"/>
            <a:ext cx="75247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 err="1"/>
              <a:t>python</a:t>
            </a:r>
            <a:r>
              <a:rPr lang="pt-BR" sz="4000" dirty="0"/>
              <a:t> manage.py </a:t>
            </a:r>
            <a:r>
              <a:rPr lang="pt-BR" sz="4000" dirty="0" err="1"/>
              <a:t>makemigrations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923678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643BA-6A78-4834-9BA5-0F5ACA0C9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Super</a:t>
            </a:r>
            <a:r>
              <a:rPr lang="pt-BR" dirty="0"/>
              <a:t> Usuário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A64396-67D5-4759-8469-63CB7E588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err="1"/>
              <a:t>python</a:t>
            </a:r>
            <a:r>
              <a:rPr lang="pt-BR" dirty="0"/>
              <a:t> manage.py </a:t>
            </a:r>
            <a:r>
              <a:rPr lang="pt-BR" dirty="0" err="1"/>
              <a:t>createsuperuser</a:t>
            </a:r>
            <a:endParaRPr lang="pt-BR" dirty="0"/>
          </a:p>
          <a:p>
            <a:r>
              <a:rPr lang="pt-BR" dirty="0"/>
              <a:t>Nome</a:t>
            </a:r>
          </a:p>
          <a:p>
            <a:r>
              <a:rPr lang="pt-BR" dirty="0" err="1"/>
              <a:t>Email</a:t>
            </a:r>
            <a:endParaRPr lang="pt-BR" dirty="0"/>
          </a:p>
          <a:p>
            <a:r>
              <a:rPr lang="pt-BR" dirty="0"/>
              <a:t>Senha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1A03B8B-B01A-41C2-AE5B-5EFF2048E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60" y="320616"/>
            <a:ext cx="9582150" cy="302895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9205BFB-9C6D-45E8-86CA-6528F685B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274" y="5147739"/>
            <a:ext cx="9032825" cy="80385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2562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A40A866-4389-4CD2-8608-974461761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823" y="207584"/>
            <a:ext cx="7952205" cy="85781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537DF2A-3544-48EA-BE64-59D3DC6D5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702" y="1065402"/>
            <a:ext cx="6460596" cy="520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86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FB68ABF-1460-4E52-8CA8-8535DB429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4" y="1380019"/>
            <a:ext cx="11735712" cy="409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15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3877AA6-9D79-4063-9F81-0F2F1816F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9615"/>
            <a:ext cx="12192000" cy="297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00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9B76DF6-E9BC-478E-958D-25E5CC6F0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39" y="869186"/>
            <a:ext cx="11459361" cy="448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08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1C2EBEC-493A-48E3-9CD4-D2ACED5A4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114"/>
            <a:ext cx="4954301" cy="678688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D044190-5546-4666-B2A1-143142670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57685"/>
            <a:ext cx="12192000" cy="972766"/>
          </a:xfrm>
          <a:prstGeom prst="rect">
            <a:avLst/>
          </a:prstGeom>
          <a:ln w="76200">
            <a:solidFill>
              <a:schemeClr val="bg1">
                <a:lumMod val="8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9169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EE4AA4E-8363-4B7A-BBBD-75F5D343F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787" y="2155972"/>
            <a:ext cx="6902425" cy="186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87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0993079-0A4D-4566-A2DB-915745A7E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2" y="2381250"/>
            <a:ext cx="10429875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24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AB09745-C957-46AB-9EC9-54D4D512B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82" y="218113"/>
            <a:ext cx="11655635" cy="190430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0609632-4C2E-4298-AA3B-34DD877BB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81" y="2295524"/>
            <a:ext cx="11655635" cy="135393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70BFB29-C5C1-4B03-AA06-038D7893DAC6}"/>
              </a:ext>
            </a:extLst>
          </p:cNvPr>
          <p:cNvSpPr txBox="1"/>
          <p:nvPr/>
        </p:nvSpPr>
        <p:spPr>
          <a:xfrm>
            <a:off x="1107033" y="4077050"/>
            <a:ext cx="106627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 err="1"/>
              <a:t>pip</a:t>
            </a:r>
            <a:r>
              <a:rPr lang="pt-BR" sz="6600" dirty="0"/>
              <a:t> </a:t>
            </a:r>
            <a:r>
              <a:rPr lang="pt-BR" sz="6600" dirty="0" err="1"/>
              <a:t>install</a:t>
            </a:r>
            <a:r>
              <a:rPr lang="pt-BR" sz="6600" dirty="0"/>
              <a:t> –r requirements.txt</a:t>
            </a:r>
          </a:p>
          <a:p>
            <a:r>
              <a:rPr lang="pt-BR" sz="6600" dirty="0"/>
              <a:t>(home office)</a:t>
            </a:r>
          </a:p>
        </p:txBody>
      </p:sp>
    </p:spTree>
    <p:extLst>
      <p:ext uri="{BB962C8B-B14F-4D97-AF65-F5344CB8AC3E}">
        <p14:creationId xmlns:p14="http://schemas.microsoft.com/office/powerpoint/2010/main" val="597530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F589257-9E98-48FB-9CDA-3DFD10523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262" y="263509"/>
            <a:ext cx="8038532" cy="635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13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1E136A1-8E26-4921-B945-E4BF40AC4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1" y="1672801"/>
            <a:ext cx="11243107" cy="351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554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331A0D2-54CB-467A-9112-8E9EBD97A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3057525"/>
            <a:ext cx="1184910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63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BE8CC79-E6D5-4889-9992-563F1FD02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3340"/>
            <a:ext cx="12192000" cy="481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72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AE93C-201A-43B6-9307-300BA8314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30" y="1188720"/>
            <a:ext cx="10515600" cy="1133475"/>
          </a:xfrm>
        </p:spPr>
        <p:txBody>
          <a:bodyPr/>
          <a:lstStyle/>
          <a:p>
            <a:r>
              <a:rPr lang="pt-BR" b="1" dirty="0"/>
              <a:t>Exercício 02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3B312D-7869-4841-9932-AE3E54F79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630" y="2417763"/>
            <a:ext cx="10515600" cy="1500187"/>
          </a:xfrm>
        </p:spPr>
        <p:txBody>
          <a:bodyPr>
            <a:normAutofit lnSpcReduction="10000"/>
          </a:bodyPr>
          <a:lstStyle/>
          <a:p>
            <a:r>
              <a:rPr lang="pt-BR" dirty="0"/>
              <a:t>A empresa solicitou mais uma modificação no sistema. Eles estão necessitando de um novo aplicativo. O nome do aplicativo é </a:t>
            </a:r>
            <a:r>
              <a:rPr lang="pt-BR" dirty="0" err="1"/>
              <a:t>chatbot</a:t>
            </a:r>
            <a:r>
              <a:rPr lang="pt-BR" dirty="0"/>
              <a:t>.</a:t>
            </a:r>
          </a:p>
          <a:p>
            <a:r>
              <a:rPr lang="pt-BR" dirty="0"/>
              <a:t>Sua missão: Criar o aplicativo e instalar o aplicativo e fazer o foguetinho aparecer normalmente.</a:t>
            </a:r>
          </a:p>
        </p:txBody>
      </p:sp>
    </p:spTree>
    <p:extLst>
      <p:ext uri="{BB962C8B-B14F-4D97-AF65-F5344CB8AC3E}">
        <p14:creationId xmlns:p14="http://schemas.microsoft.com/office/powerpoint/2010/main" val="17734919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C3E0D85A-6D17-4A31-AAEB-2FB35997A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723"/>
            <a:ext cx="4802469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A01BD71-149B-4115-BC9E-89E4E3A0A69F}"/>
              </a:ext>
            </a:extLst>
          </p:cNvPr>
          <p:cNvSpPr txBox="1"/>
          <p:nvPr/>
        </p:nvSpPr>
        <p:spPr>
          <a:xfrm>
            <a:off x="5478780" y="2423160"/>
            <a:ext cx="60594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Desafio (agora é só você): Crie dois projetos para os itens A e B</a:t>
            </a:r>
          </a:p>
          <a:p>
            <a:r>
              <a:rPr lang="pt-BR" dirty="0"/>
              <a:t>Crie os aplicativos , configurações e </a:t>
            </a:r>
            <a:r>
              <a:rPr lang="pt-BR" dirty="0" err="1"/>
              <a:t>migrations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79342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138</Words>
  <Application>Microsoft Office PowerPoint</Application>
  <PresentationFormat>Widescreen</PresentationFormat>
  <Paragraphs>21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Tema do Office</vt:lpstr>
      <vt:lpstr>Aula 3</vt:lpstr>
      <vt:lpstr>Exercício 01 (faça como eu fiz)</vt:lpstr>
      <vt:lpstr>Apresentação do PowerPoint</vt:lpstr>
      <vt:lpstr>Apresentação do PowerPoint</vt:lpstr>
      <vt:lpstr>Apresentação do PowerPoint</vt:lpstr>
      <vt:lpstr>Apresentação do PowerPoint</vt:lpstr>
      <vt:lpstr>Super Usuário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Exercício 02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PROFESSOR</dc:creator>
  <cp:lastModifiedBy>PROFESSOR</cp:lastModifiedBy>
  <cp:revision>11</cp:revision>
  <dcterms:created xsi:type="dcterms:W3CDTF">2026-06-12T14:02:53Z</dcterms:created>
  <dcterms:modified xsi:type="dcterms:W3CDTF">2026-06-12T21:06:40Z</dcterms:modified>
</cp:coreProperties>
</file>