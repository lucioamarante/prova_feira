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  <p:sldId id="263" r:id="rId8"/>
    <p:sldId id="262" r:id="rId9"/>
    <p:sldId id="264" r:id="rId10"/>
    <p:sldId id="266" r:id="rId11"/>
    <p:sldId id="269" r:id="rId12"/>
    <p:sldId id="265" r:id="rId13"/>
    <p:sldId id="267" r:id="rId14"/>
    <p:sldId id="268" r:id="rId15"/>
    <p:sldId id="271" r:id="rId16"/>
    <p:sldId id="270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CFA3C3-94A7-48A2-942E-6798305A65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3D66263-FE9D-4797-87D1-0C5D482654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1E69554-9136-4F01-951E-9380961E5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A88CC-856A-4B50-8CF1-70A4FB309B7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47F1AA2-F014-4534-A256-C92D61095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BF724B8-94A0-46B5-AF4A-21C6DD615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15352-BC1E-4360-A88C-178307CA23C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2381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1F1FFC-7EDD-4E62-A222-CAC0B8ABD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7BA3320-0546-4529-894F-002C316606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F24B518-93A4-45AE-8B11-64113F5AD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A88CC-856A-4B50-8CF1-70A4FB309B7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400FB22-BEE9-42CA-AC97-C92986DB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185D6-6DE9-4F99-9BB8-F3F3E9B8B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15352-BC1E-4360-A88C-178307CA23C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76845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0FB80D-A285-44D8-B709-3272531DE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C74644C-E8DA-455B-92B7-9B271145E8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4ED7E69-D396-456A-92A8-40AB52940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A88CC-856A-4B50-8CF1-70A4FB309B7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EF55FE9-9F90-4C46-966F-E2C9B6A0E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ED63095-0F67-4395-898B-C08054AD0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15352-BC1E-4360-A88C-178307CA23C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7843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C3AA92-B7EC-448D-A37F-D517A89B4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2936CC0-C59F-480B-AFB9-0D172DB116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D941FE6-EE11-4D0B-8CA3-8CC060BE78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32ACFF6-674A-4BD9-A8C8-FE06DAC4E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A88CC-856A-4B50-8CF1-70A4FB309B7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3C2C35D-882D-4019-895D-E7B9BCF5D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39C1E42-308A-496D-AAEB-2FEB643C6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15352-BC1E-4360-A88C-178307CA23C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48223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DC6E9-826E-4B2B-A252-2255C8A93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585A1C8-EEB6-4A7C-B823-4F9B55BDA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FAC8191-C2D1-4C3E-9569-4A198D688C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F540C78-AF5C-4F62-BF5A-109DFD92FC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B5C7F14-9E9E-4F44-BE1A-44B8941F2B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793D74BD-2EC9-466F-8799-35D816A68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A88CC-856A-4B50-8CF1-70A4FB309B7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4C616D5-2488-4EE7-914F-60605CCAC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43433A5-08B8-4C9B-BC6E-E1150A0EC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15352-BC1E-4360-A88C-178307CA23C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8634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47A87C-DAAA-4173-9F0C-01D170E32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22ECFA8-2D93-4A80-AAA2-687BDD20A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A88CC-856A-4B50-8CF1-70A4FB309B7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3F3ED7E-3F56-473A-8438-B1FF9A4CC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C40D4F8-75DB-4D43-B3BC-E1ED529E2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15352-BC1E-4360-A88C-178307CA23C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869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19823D1-C39B-41F8-B58F-DFC2ACE32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A88CC-856A-4B50-8CF1-70A4FB309B7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A21D4FC-605C-44F5-9F51-683700149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77F2B9D-0234-42C5-A653-C3C1AAB16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15352-BC1E-4360-A88C-178307CA23C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9685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DAD454-0948-4E57-BB12-2F0609520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756991-AE93-448E-BA74-9CC2981FA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C0B3DD4-06CC-4408-837F-ADE0ABA0D6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323CC87-5419-4531-AFDC-D429CCDA6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A88CC-856A-4B50-8CF1-70A4FB309B7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B49DC29-CCAC-4C57-842B-F1C5DF38A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D76E70D-4831-4A79-B4C9-8B67EAEE9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15352-BC1E-4360-A88C-178307CA23C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569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B23CAC-1BED-483D-9046-2173AD1B0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D95C5F5-18FE-4255-8F4C-B0ABB2A4BF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3D8CE93-CA1E-4A8E-9CF5-2383A5B636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C6E08BF-9E56-47E1-86C8-6F260FA4C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A88CC-856A-4B50-8CF1-70A4FB309B7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6E4E6CE-6668-480F-9326-93E557A686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4525BF0-F955-403E-A624-5C095981D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15352-BC1E-4360-A88C-178307CA23C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3602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94E3FD-CF9E-4911-87F5-D07488D44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1215157-B3DB-4B47-834E-672E76921D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304E1F-C66C-42D3-BF3D-8D255754E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A88CC-856A-4B50-8CF1-70A4FB309B7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B4DC4EE-DBA7-4F52-B34A-26DBF00F4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6182A00-F316-4FC4-9ABE-14127D681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15352-BC1E-4360-A88C-178307CA23C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60891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5E8AF94-4AF3-495F-8CFD-BD8CE900E5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DE1BDD3-F1B7-4234-80B8-B2871EF7CB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27CACC9-283E-4DF3-87BE-58689D9FB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A88CC-856A-4B50-8CF1-70A4FB309B7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5A3BA8-CA67-4B15-A340-70AB2C5E2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2CDB4D5-BAD1-4C72-933F-FC8A28F78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15352-BC1E-4360-A88C-178307CA23C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9630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3D36D27-FB7C-4D53-9270-F686426A5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0FDFC3A-8795-4CA5-B8E8-F21216C066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69D16CA-ED7E-4733-9CC5-268AD10AF6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6A88CC-856A-4B50-8CF1-70A4FB309B7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3CF3510-A247-45AA-9DCA-D53CD4C36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98153F0-E5E8-4A61-9550-EFC102D377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F15352-BC1E-4360-A88C-178307CA23C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7964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D8A050-4600-427D-925E-5E5550DB5F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Desafios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3A25190-8DD1-4BD3-A8A8-20809F399D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23504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30215D07-40B8-4D52-AEAF-687B4394C0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712" y="812028"/>
            <a:ext cx="7249182" cy="4713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063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6BCE52-DD84-4555-A5CD-54A47BD2E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Desafio </a:t>
            </a:r>
            <a:r>
              <a:rPr lang="pt-BR" b="1" dirty="0"/>
              <a:t>SQL</a:t>
            </a:r>
            <a:r>
              <a:rPr lang="pt-BR" dirty="0"/>
              <a:t> 01 (</a:t>
            </a:r>
            <a:r>
              <a:rPr lang="pt-BR" b="1" dirty="0"/>
              <a:t>SGDB MySQL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A42FFE-DD2B-40DD-BEBC-80EDC62D0D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pt-BR" dirty="0"/>
              <a:t>Considerando que a tabela curso possui vários campos entre eles: nome e descrição. Resolva o Desafio abaixo:</a:t>
            </a:r>
          </a:p>
          <a:p>
            <a:pPr lvl="1"/>
            <a:r>
              <a:rPr lang="pt-BR" dirty="0"/>
              <a:t>Utilize uma ou várias funções de </a:t>
            </a:r>
            <a:r>
              <a:rPr lang="pt-BR" dirty="0" err="1"/>
              <a:t>String</a:t>
            </a:r>
            <a:r>
              <a:rPr lang="pt-BR" dirty="0"/>
              <a:t> do MySQL(texto)</a:t>
            </a:r>
          </a:p>
          <a:p>
            <a:pPr lvl="2"/>
            <a:r>
              <a:rPr lang="pt-BR" dirty="0"/>
              <a:t>Nome:</a:t>
            </a:r>
          </a:p>
          <a:p>
            <a:pPr lvl="2"/>
            <a:r>
              <a:rPr lang="pt-BR" dirty="0"/>
              <a:t>Descrição:</a:t>
            </a:r>
          </a:p>
          <a:p>
            <a:pPr lvl="2"/>
            <a:endParaRPr lang="pt-BR" dirty="0"/>
          </a:p>
          <a:p>
            <a:pPr lvl="2"/>
            <a:endParaRPr lang="pt-BR" dirty="0"/>
          </a:p>
          <a:p>
            <a:pPr lvl="2"/>
            <a:endParaRPr lang="pt-BR" dirty="0"/>
          </a:p>
          <a:p>
            <a:pPr lvl="2"/>
            <a:endParaRPr lang="pt-BR" dirty="0"/>
          </a:p>
          <a:p>
            <a:pPr lvl="2"/>
            <a:endParaRPr lang="pt-BR" dirty="0"/>
          </a:p>
          <a:p>
            <a:pPr lvl="2"/>
            <a:endParaRPr lang="pt-BR" dirty="0"/>
          </a:p>
          <a:p>
            <a:pPr lvl="2"/>
            <a:r>
              <a:rPr lang="pt-BR" dirty="0"/>
              <a:t>Crie um consulta que concatene (junte) o campo</a:t>
            </a:r>
            <a:r>
              <a:rPr lang="pt-BR" b="1" dirty="0"/>
              <a:t> nome </a:t>
            </a:r>
            <a:r>
              <a:rPr lang="pt-BR" dirty="0"/>
              <a:t>com o campo descrição (deverá ter no máximo 80 caracteres e três pontinhos no final “...” indicando que possui mais texto).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38DC83E-F48B-453A-859F-7D2ADB488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850" y="2948948"/>
            <a:ext cx="8206674" cy="2445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408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C9ED2857-C14F-4FB0-8DEF-459FCE059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24" y="2503746"/>
            <a:ext cx="11923552" cy="1850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5819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039FB94-2D53-44A0-8651-E03EB8FF9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07" y="2088860"/>
            <a:ext cx="11569247" cy="2650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1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D01F40-B466-4939-870D-0BA762ECE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544" y="457405"/>
            <a:ext cx="10515600" cy="423440"/>
          </a:xfrm>
        </p:spPr>
        <p:txBody>
          <a:bodyPr>
            <a:normAutofit fontScale="90000"/>
          </a:bodyPr>
          <a:lstStyle/>
          <a:p>
            <a:r>
              <a:rPr lang="pt-BR" sz="3200" dirty="0"/>
              <a:t>Desafio 02: Extraindo a Extensão do Arquivo (O Banner)</a:t>
            </a:r>
            <a:br>
              <a:rPr lang="pt-BR" dirty="0"/>
            </a:br>
            <a:endParaRPr lang="pt-BR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AB0151E-4FFE-432F-8C8C-28604E0410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69544" y="1281117"/>
            <a:ext cx="11452912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Cenário: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equipe de </a:t>
            </a:r>
            <a:r>
              <a:rPr kumimoji="0" lang="pt-BR" altLang="pt-B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frontend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percebeu que as imagens da coluna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banner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foram salvas com diferentes formatos (</a:t>
            </a:r>
            <a:r>
              <a:rPr kumimoji="0" lang="pt-BR" altLang="pt-B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ex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python_pandas.png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logica_iniciantes.jpg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pt-BR" altLang="pt-B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django_essentials.webp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 Problema: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Para otimizar o carregamento na plataforma, o sistema precisa de um relatório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listando o nome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do curso e apenas a </a:t>
            </a: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extensão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do arquivo de imagem do banner.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Sua missão: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Crie uma consulta que retorne o 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nome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do curso e uma coluna chamada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formato_imagem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contendo apenas a extensão do arquivo (tudo que vem  </a:t>
            </a:r>
            <a:r>
              <a:rPr kumimoji="0" lang="pt-BR" altLang="pt-BR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depois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do ponto). </a:t>
            </a:r>
          </a:p>
        </p:txBody>
      </p:sp>
    </p:spTree>
    <p:extLst>
      <p:ext uri="{BB962C8B-B14F-4D97-AF65-F5344CB8AC3E}">
        <p14:creationId xmlns:p14="http://schemas.microsoft.com/office/powerpoint/2010/main" val="26126373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DC5B203-A003-4FF5-A90C-54AB87BAA3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170" y="1821969"/>
            <a:ext cx="9982092" cy="18466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Exemplo prático de como o banco de dados processa: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 banco de dados vai até a linha do curso "Fundamentos de mecânica" e lê o conteúdo da coluna banner.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Vamos imaginar que o valor lá seja: </a:t>
            </a:r>
            <a:r>
              <a:rPr kumimoji="0" lang="pt-BR" alt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mecanica_capa_oficial.png</a:t>
            </a:r>
            <a:endParaRPr kumimoji="0" lang="pt-BR" alt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Ele recebe a instrução para procurar o delimitador </a:t>
            </a:r>
            <a:r>
              <a:rPr kumimoji="0" lang="pt-BR" alt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.</a:t>
            </a:r>
            <a:r>
              <a:rPr kumimoji="0" lang="pt-BR" alt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com a posição </a:t>
            </a:r>
            <a:r>
              <a:rPr kumimoji="0" lang="pt-BR" alt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-1</a:t>
            </a:r>
            <a:r>
              <a:rPr kumimoji="0" lang="pt-BR" alt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pt-BR" alt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Ele vai até o final da palavra (</a:t>
            </a:r>
            <a:r>
              <a:rPr kumimoji="0" lang="pt-BR" alt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g</a:t>
            </a:r>
            <a:r>
              <a:rPr kumimoji="0" lang="pt-BR" alt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pt-BR" alt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n</a:t>
            </a:r>
            <a:r>
              <a:rPr kumimoji="0" lang="pt-BR" alt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pt-BR" alt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p</a:t>
            </a:r>
            <a:r>
              <a:rPr kumimoji="0" lang="pt-BR" alt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...) e para ao encontrar o ponto.</a:t>
            </a:r>
            <a:endParaRPr kumimoji="0" lang="pt-BR" alt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Ele corta o texto ali e devolve apenas o bloco que isolou no final: </a:t>
            </a:r>
            <a:r>
              <a:rPr kumimoji="0" lang="pt-BR" altLang="pt-B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png</a:t>
            </a:r>
            <a:endParaRPr kumimoji="0" lang="pt-BR" alt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1314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F1D2FEA-C462-403A-B512-B3B47F1A2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12" y="316947"/>
            <a:ext cx="11153775" cy="3371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569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CC38A9-0A26-4C6E-904A-55C8F70A8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Desafio SQL – 03 </a:t>
            </a:r>
            <a:r>
              <a:rPr lang="pt-BR" b="1" dirty="0">
                <a:solidFill>
                  <a:srgbClr val="FF0000"/>
                </a:solidFill>
              </a:rPr>
              <a:t>(DDL)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70A9A-27BB-4949-9DD5-704704E167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Primeiro dê um </a:t>
            </a:r>
            <a:r>
              <a:rPr lang="pt-BR" dirty="0" err="1"/>
              <a:t>describe</a:t>
            </a:r>
            <a:r>
              <a:rPr lang="pt-BR" dirty="0"/>
              <a:t> na tabela curso.</a:t>
            </a:r>
          </a:p>
          <a:p>
            <a:r>
              <a:rPr lang="pt-BR" dirty="0"/>
              <a:t>ALTER TABLE</a:t>
            </a:r>
          </a:p>
          <a:p>
            <a:pPr lvl="1"/>
            <a:r>
              <a:rPr lang="pt-BR" dirty="0"/>
              <a:t>Modificar o campo banner para NULL</a:t>
            </a:r>
          </a:p>
          <a:p>
            <a:pPr lvl="1"/>
            <a:r>
              <a:rPr lang="pt-BR" dirty="0" err="1"/>
              <a:t>Fk_área_id</a:t>
            </a:r>
            <a:r>
              <a:rPr lang="pt-BR" dirty="0"/>
              <a:t> – NOT NULL</a:t>
            </a:r>
          </a:p>
          <a:p>
            <a:pPr lvl="1"/>
            <a:r>
              <a:rPr lang="pt-BR" dirty="0" err="1"/>
              <a:t>Fk_categoria_id</a:t>
            </a:r>
            <a:r>
              <a:rPr lang="pt-BR" dirty="0"/>
              <a:t> – NOT NULL</a:t>
            </a:r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B1526E8-83D0-4D62-B02A-BBB0852DF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178" y="2634143"/>
            <a:ext cx="5568822" cy="3405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366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69EFB589-8313-4B1A-81E9-FF7521684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4100" y="890587"/>
            <a:ext cx="7543800" cy="507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242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297E5119-F0DD-4AD4-8AF2-D9F55A2FF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62" y="1733550"/>
            <a:ext cx="1142047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23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CE4FB6-FFFF-4EE7-8FBC-031205014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Desafio 04 – </a:t>
            </a:r>
            <a:r>
              <a:rPr lang="pt-BR" dirty="0" err="1"/>
              <a:t>Trim</a:t>
            </a:r>
            <a:r>
              <a:rPr lang="pt-BR" dirty="0"/>
              <a:t>( 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79C461-7045-45C8-8749-00DA7ECEE2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1009"/>
            <a:ext cx="10515600" cy="4351338"/>
          </a:xfrm>
        </p:spPr>
        <p:txBody>
          <a:bodyPr/>
          <a:lstStyle/>
          <a:p>
            <a:r>
              <a:rPr lang="pt-BR" dirty="0"/>
              <a:t>Vamos realizar 3 INSERTS com espaço sujo...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6FF89D0-6038-4B1D-BECB-A5729BC9C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4" y="1806983"/>
            <a:ext cx="9490745" cy="2082692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559D5022-58E3-4A7C-AAA8-66171293F06E}"/>
              </a:ext>
            </a:extLst>
          </p:cNvPr>
          <p:cNvSpPr txBox="1"/>
          <p:nvPr/>
        </p:nvSpPr>
        <p:spPr>
          <a:xfrm>
            <a:off x="964034" y="4072347"/>
            <a:ext cx="784682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CRIE UM SELECT que mostre os seguintes resultados na consulta do campo nome:</a:t>
            </a:r>
          </a:p>
          <a:p>
            <a:r>
              <a:rPr lang="pt-BR" dirty="0"/>
              <a:t>Mostre o campo nome original</a:t>
            </a:r>
          </a:p>
          <a:p>
            <a:r>
              <a:rPr lang="pt-BR" dirty="0"/>
              <a:t>Mostre quantos caracteres ele possui</a:t>
            </a:r>
          </a:p>
          <a:p>
            <a:r>
              <a:rPr lang="pt-BR" dirty="0"/>
              <a:t>Mostre o campo nome limpo</a:t>
            </a:r>
          </a:p>
          <a:p>
            <a:r>
              <a:rPr lang="pt-BR" dirty="0"/>
              <a:t>Mostre quantos caracteres ele possui limpo.</a:t>
            </a:r>
          </a:p>
        </p:txBody>
      </p:sp>
    </p:spTree>
    <p:extLst>
      <p:ext uri="{BB962C8B-B14F-4D97-AF65-F5344CB8AC3E}">
        <p14:creationId xmlns:p14="http://schemas.microsoft.com/office/powerpoint/2010/main" val="22779040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98DAF30-6C88-4F5A-9BA3-E9C8F4F58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000" y="176169"/>
            <a:ext cx="10496053" cy="6484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192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07EC77E-3B03-4D89-81E7-AD1118F49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17" y="679508"/>
            <a:ext cx="11589805" cy="540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270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5534032-0809-4D05-83B2-E052C296A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71133"/>
            <a:ext cx="12192000" cy="311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2538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EBE049-1CEE-4413-B451-605CBEC5D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Desafio 05 – </a:t>
            </a:r>
            <a:r>
              <a:rPr lang="pt-BR" dirty="0" err="1"/>
              <a:t>Trim</a:t>
            </a:r>
            <a:r>
              <a:rPr lang="pt-BR" dirty="0"/>
              <a:t>( 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07613D7-7328-49A3-B03A-794862BBC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Criar uma solução de ETL que limpe TODOS os espaços vazios.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5124C47-08E6-48E5-AA85-530E350D3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537" y="2311341"/>
            <a:ext cx="7186351" cy="2513857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6B8FCEB0-D11D-4359-B44D-DE03783F5F40}"/>
              </a:ext>
            </a:extLst>
          </p:cNvPr>
          <p:cNvSpPr/>
          <p:nvPr/>
        </p:nvSpPr>
        <p:spPr>
          <a:xfrm>
            <a:off x="5629683" y="643185"/>
            <a:ext cx="4568687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4400" b="1" dirty="0">
                <a:highlight>
                  <a:srgbClr val="FFFF00"/>
                </a:highlight>
              </a:rPr>
              <a:t>Expressão Regular </a:t>
            </a:r>
          </a:p>
        </p:txBody>
      </p:sp>
    </p:spTree>
    <p:extLst>
      <p:ext uri="{BB962C8B-B14F-4D97-AF65-F5344CB8AC3E}">
        <p14:creationId xmlns:p14="http://schemas.microsoft.com/office/powerpoint/2010/main" val="365335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8DE7ED6-D475-4614-8C9F-17FA4846B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45" y="790662"/>
            <a:ext cx="11601288" cy="5276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797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3D34DBEB-B428-4488-9E15-ABC5811DC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13" y="989900"/>
            <a:ext cx="3313875" cy="4240023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54E514D-D09A-4D50-BC1B-FADF1B39B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5326" y="219075"/>
            <a:ext cx="6886575" cy="641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1138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124D92-2E71-41B3-9CD3-69E1E0C55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360" y="214516"/>
            <a:ext cx="6325998" cy="557664"/>
          </a:xfrm>
        </p:spPr>
        <p:txBody>
          <a:bodyPr>
            <a:normAutofit fontScale="90000"/>
          </a:bodyPr>
          <a:lstStyle/>
          <a:p>
            <a:r>
              <a:rPr lang="pt-BR" dirty="0"/>
              <a:t>Desafio 06 – Data e Hora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63CA41F-7BAC-4950-ABCB-B3BBAEF58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72180"/>
            <a:ext cx="10515600" cy="4351338"/>
          </a:xfrm>
        </p:spPr>
        <p:txBody>
          <a:bodyPr/>
          <a:lstStyle/>
          <a:p>
            <a:r>
              <a:rPr lang="pt-BR" dirty="0"/>
              <a:t>A escola </a:t>
            </a:r>
            <a:r>
              <a:rPr lang="pt-BR" dirty="0" err="1"/>
              <a:t>TicTech</a:t>
            </a:r>
            <a:r>
              <a:rPr lang="pt-BR" dirty="0"/>
              <a:t> necessita criar turmas, porém, </a:t>
            </a:r>
            <a:r>
              <a:rPr lang="pt-BR" b="1" dirty="0">
                <a:highlight>
                  <a:srgbClr val="FFFF00"/>
                </a:highlight>
              </a:rPr>
              <a:t>NÃO PODE cadastrar uma mesma turma, no mesmo curso , na mesma data , no mesmo horário.</a:t>
            </a:r>
          </a:p>
          <a:p>
            <a:r>
              <a:rPr lang="pt-BR" b="1" dirty="0">
                <a:highlight>
                  <a:srgbClr val="FFFF00"/>
                </a:highlight>
              </a:rPr>
              <a:t>RESOLVA ESSE PROBLEMA!!!!!!!!!!!!!!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EB82074-4695-4A81-BD70-1B21EA0570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360" y="2412352"/>
            <a:ext cx="6715125" cy="23622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95C60EF4-7E1C-4357-9226-0E0251E1DF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23" y="4709632"/>
            <a:ext cx="9334500" cy="19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6784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1943AA46-2664-484B-BFD1-D5D38F5DE3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" y="2176462"/>
            <a:ext cx="12058650" cy="250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4149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D0DB0C-2651-4145-80AB-F7F62F382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TRIGGERS (gatilhos)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F6EACA4-D4A7-4D09-94BB-2191339D5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42796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448</Words>
  <Application>Microsoft Office PowerPoint</Application>
  <PresentationFormat>Widescreen</PresentationFormat>
  <Paragraphs>47</Paragraphs>
  <Slides>21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6" baseType="lpstr">
      <vt:lpstr>Arial Unicode MS</vt:lpstr>
      <vt:lpstr>Arial</vt:lpstr>
      <vt:lpstr>Calibri</vt:lpstr>
      <vt:lpstr>Calibri Light</vt:lpstr>
      <vt:lpstr>Tema do Office</vt:lpstr>
      <vt:lpstr>Desafios</vt:lpstr>
      <vt:lpstr>Apresentação do PowerPoint</vt:lpstr>
      <vt:lpstr>Desafio SQL 01 (SGDB MySQL)</vt:lpstr>
      <vt:lpstr>Apresentação do PowerPoint</vt:lpstr>
      <vt:lpstr>Apresentação do PowerPoint</vt:lpstr>
      <vt:lpstr>Desafio 02: Extraindo a Extensão do Arquivo (O Banner) </vt:lpstr>
      <vt:lpstr>Apresentação do PowerPoint</vt:lpstr>
      <vt:lpstr>Apresentação do PowerPoint</vt:lpstr>
      <vt:lpstr>Desafio SQL – 03 (DDL)</vt:lpstr>
      <vt:lpstr>Apresentação do PowerPoint</vt:lpstr>
      <vt:lpstr>Apresentação do PowerPoint</vt:lpstr>
      <vt:lpstr>Desafio 04 – Trim( )</vt:lpstr>
      <vt:lpstr>Apresentação do PowerPoint</vt:lpstr>
      <vt:lpstr>Apresentação do PowerPoint</vt:lpstr>
      <vt:lpstr>Apresentação do PowerPoint</vt:lpstr>
      <vt:lpstr>Desafio 05 – Trim( )</vt:lpstr>
      <vt:lpstr>Apresentação do PowerPoint</vt:lpstr>
      <vt:lpstr>Apresentação do PowerPoint</vt:lpstr>
      <vt:lpstr>Desafio 06 – Data e Hora</vt:lpstr>
      <vt:lpstr>Apresentação do PowerPoint</vt:lpstr>
      <vt:lpstr>TRIGGERS (gatilhos)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Desafios</dc:title>
  <dc:creator>PROFESSOR</dc:creator>
  <cp:lastModifiedBy>PROFESSOR</cp:lastModifiedBy>
  <cp:revision>11</cp:revision>
  <dcterms:created xsi:type="dcterms:W3CDTF">2026-06-17T11:21:35Z</dcterms:created>
  <dcterms:modified xsi:type="dcterms:W3CDTF">2026-06-17T14:56:44Z</dcterms:modified>
</cp:coreProperties>
</file>